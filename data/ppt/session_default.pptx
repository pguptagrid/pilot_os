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11112"/>
                </a:solidFill>
                <a:latin typeface="Arial"/>
              </a:defRPr>
            </a:pPr>
            <a:r>
              <a:t>Introduction to Transformers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D4900F"/>
                </a:solidFill>
                <a:latin typeface="Arial"/>
              </a:defRPr>
            </a:pPr>
            <a:r>
              <a:t>Definition: Transformers are a type of neural network architecture introduced in 2017 by Vaswani et al.</a:t>
            </a:r>
          </a:p>
          <a:p>
            <a:pPr algn="ctr">
              <a:spcBef>
                <a:spcPts val="1400"/>
              </a:spcBef>
              <a:defRPr sz="1400">
                <a:solidFill>
                  <a:srgbClr val="6E6E73"/>
                </a:solidFill>
                <a:latin typeface="Arial"/>
              </a:defRPr>
            </a:pPr>
            <a:r>
              <a:t>Key feature: Self-attention mechanism allowing for parallelization of sequential data processing · Primary application: Natural Language Processing (NLP) tasks such as machine translation, text classification, and language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Encoder-Decoder Structure: Both encoder and decoder consist of a stack of identical layers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Layer Composition: Each layer includes two sub-layers - Multi-Head Self-Attention and Positionwise Feed-Forward Networks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Normalization and Residual Connection: Applied to each sub-layer for stability and performance enhancement</a:t>
            </a:r>
          </a:p>
        </p:txBody>
      </p:sp>
      <p:pic>
        <p:nvPicPr>
          <p:cNvPr id="6" name="Picture 5" descr="ai_gen_1782753390_4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2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Self-Attention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Definition: A mechanism allowing the model to attend to all positions in the input sequence simultaneously and weigh their importance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Components: Query, Key, and Value vectors, derived from the input embeddings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Scalability: Enables efficient processing of long sequences by avoiding sequential computation</a:t>
            </a:r>
          </a:p>
        </p:txBody>
      </p:sp>
      <p:pic>
        <p:nvPicPr>
          <p:cNvPr id="6" name="Picture 5" descr="ai_gen_1782753435_7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3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Multi-Head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Extension of Self-Attention: Allowing the model to jointly attend to information from different representation subspaces at different positions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Implementation: Multiple attention heads are applied in parallel, with outputs concatenated and linearly transformed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Benefit: Captures a richer set of contextual relationships than single-head attention</a:t>
            </a:r>
          </a:p>
        </p:txBody>
      </p:sp>
      <p:pic>
        <p:nvPicPr>
          <p:cNvPr id="6" name="Picture 5" descr="ai_gen_1782753435_7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4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Positional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Necessity: Since the transformer does not inherently capture sequence order, positional encoding is added to the input embeddings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Method: Fixed or learned encodings that provide a way to preserve the order of the sequence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Impact: Enables the model to understand the sequence and make use of the order of elements</a:t>
            </a:r>
          </a:p>
        </p:txBody>
      </p:sp>
      <p:pic>
        <p:nvPicPr>
          <p:cNvPr id="6" name="Picture 5" descr="ai_gen_1782753564_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5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Transformer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Machine Translation: State-of-the-art results achieved with transformer-based models like BERT and its variants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Text Classification: Transformers excel in tasks requiring understanding of long-range dependencies, such as sentiment analysis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Language Generation: Used in chatbots, language translation, and content generation due to their ability to generate coherent and contextually relevant text</a:t>
            </a:r>
          </a:p>
        </p:txBody>
      </p:sp>
      <p:pic>
        <p:nvPicPr>
          <p:cNvPr id="6" name="Picture 5" descr="ai_gen_1782753616_39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6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BERT and Its 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Introduction: BERT (Bidirectional Encoder Representations from Transformers), a pre-trained language model that achieves state-of-the-art results in a wide range of NLP tasks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Training: Masked language modeling and next sentence prediction tasks used for pre-training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Variants: RoBERTa, DistilBERT, and ALBERT, each offering improvements or efficiencies over the original BERT model</a:t>
            </a:r>
          </a:p>
        </p:txBody>
      </p:sp>
      <p:pic>
        <p:nvPicPr>
          <p:cNvPr id="6" name="Picture 5" descr="ai_gen_1782753704_7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7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Challenges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Computational Complexity: The self-attention mechanism, although efficient, can be computationally expensive for very long sequences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Interpretability: Understanding the decisions made by transformer models can be challenging due to their complex attention mechanisms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Training Requirements: Large amounts of data and computational resources are required to train transformer models from scratch</a:t>
            </a:r>
          </a:p>
        </p:txBody>
      </p:sp>
      <p:pic>
        <p:nvPicPr>
          <p:cNvPr id="6" name="Picture 5" descr="ai_gen_1782754641_8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8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Efficiency Improvements: Research into more efficient transformer architectures and training methods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Multi-Modal Learning: Integrating transformers with other modalities like vision and speech to enable more comprehensive understanding and generation capabilities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Explainability: Developing methods to make transformer models more interpretable and transparent in their decision-making processes</a:t>
            </a:r>
          </a:p>
        </p:txBody>
      </p:sp>
      <p:pic>
        <p:nvPicPr>
          <p:cNvPr id="6" name="Picture 5" descr="ai_gen_1782755563_4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9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Recap: Transformers have revolutionized the field of NLP with their parallelization of sequential data and self-attention mechanism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Impact: Achieved state-of-the-art results in numerous NLP tasks and paved the way for further research in AI and machine learning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Future Prospects: Continuing advancements and applications in multi-modal learning, efficiency, and explainability</a:t>
            </a:r>
          </a:p>
        </p:txBody>
      </p:sp>
      <p:pic>
        <p:nvPicPr>
          <p:cNvPr id="6" name="Picture 5" descr="ai_gen_1782755566_11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10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Vaswani, A., Shazeer, N., Parmar, N., Uszkoreit, J., Jones, L., Gomez, A. N., ... &amp; Polosukhin, I. (2017). Attention is all you need. In Advances in neural information processing systems (pp. 5998-6008).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Devlin, J., Chang, M. W., Lee, K., &amp; Toutanova, K. (2018). BERT: Pre-training of deep bidirectional transformers for language understanding. In Proceedings of the 2018 Conference of the North American Chapter of the Association for Computational Linguistics: Human Language Technologies, Volume 1 (Long Papers) (pp. 1728-1743).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Liu, Y., Ott, M., Goyal, N., Du, J., Joshi, M., Chen, D., ... &amp; Stoyanov, V. (2019). RoBERTa: A robustly optimized BERT pretraining approach. arXiv preprint arXiv:1907.11692.</a:t>
            </a:r>
          </a:p>
        </p:txBody>
      </p:sp>
      <p:pic>
        <p:nvPicPr>
          <p:cNvPr id="6" name="Picture 5" descr="ai_gen_1782755763_9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11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Hey Pilot Generates Hey Pilot Generates Slide Deck For Transformers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