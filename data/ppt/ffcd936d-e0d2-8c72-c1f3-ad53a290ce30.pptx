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11112"/>
                </a:solidFill>
                <a:latin typeface="Arial"/>
              </a:defRPr>
            </a:pPr>
            <a:r>
              <a:t>Introduction to Machine Learning</a:t>
            </a:r>
          </a:p>
          <a:p>
            <a:pPr algn="ctr">
              <a:spcBef>
                <a:spcPts val="2000"/>
              </a:spcBef>
              <a:defRPr sz="2200">
                <a:solidFill>
                  <a:srgbClr val="D4900F"/>
                </a:solidFill>
                <a:latin typeface="Arial"/>
              </a:defRPr>
            </a:pPr>
            <a:r>
              <a:t>Machine learning is a subset of artificial intelligence (AI) that involves training algorithms to learn from data and make predictions or decisions</a:t>
            </a:r>
          </a:p>
          <a:p>
            <a:pPr algn="ctr">
              <a:spcBef>
                <a:spcPts val="1400"/>
              </a:spcBef>
              <a:defRPr sz="1400">
                <a:solidFill>
                  <a:srgbClr val="6E6E73"/>
                </a:solidFill>
                <a:latin typeface="Arial"/>
              </a:defRPr>
            </a:pPr>
            <a:r>
              <a:t>It has numerous applications across various industries, including healthcare, finance, and technology · Machine learning can be categorized into several types, including supervised, unsupervised, and reinforcement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Supervised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82A"/>
                </a:solidFill>
                <a:latin typeface="Arial"/>
              </a:defRPr>
            </a:pPr>
            <a:r>
              <a:t>•  Supervised learning involves training a model on labeled data, where the correct output is already known</a:t>
            </a:r>
          </a:p>
          <a:p>
            <a:pPr>
              <a:spcAft>
                <a:spcPts val="800"/>
              </a:spcAft>
              <a:defRPr sz="1500">
                <a:solidFill>
                  <a:srgbClr val="28282A"/>
                </a:solidFill>
                <a:latin typeface="Arial"/>
              </a:defRPr>
            </a:pPr>
            <a:r>
              <a:t>•  The goal is to learn a mapping between input data and the corresponding output labels</a:t>
            </a:r>
          </a:p>
          <a:p>
            <a:pPr>
              <a:spcAft>
                <a:spcPts val="800"/>
              </a:spcAft>
              <a:defRPr sz="1500">
                <a:solidFill>
                  <a:srgbClr val="28282A"/>
                </a:solidFill>
                <a:latin typeface="Arial"/>
              </a:defRPr>
            </a:pPr>
            <a:r>
              <a:t>•  Examples of supervised learning include image classification, sentiment analysis, and regression tasks</a:t>
            </a:r>
          </a:p>
        </p:txBody>
      </p:sp>
      <p:pic>
        <p:nvPicPr>
          <p:cNvPr id="6" name="Picture 5" descr="ai_gen_1782728156_29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2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Generate Deck On Machine Learning Types.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Unsupervised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Unsupervised learning involves training a model on unlabeled data, where the goal is to discover patterns or structure in the data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Techniques such as clustering, dimensionality reduction, and anomaly detection are commonly used in unsupervised learning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Unsupervised learning has applications in customer segmentation, gene expression analysis, and recommender systems</a:t>
            </a:r>
          </a:p>
        </p:txBody>
      </p:sp>
      <p:pic>
        <p:nvPicPr>
          <p:cNvPr id="6" name="Picture 5" descr="ai_gen_1782728199_91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3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Generate Deck On Machine Learning Types.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Reinforcement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82A"/>
                </a:solidFill>
                <a:latin typeface="Arial"/>
              </a:defRPr>
            </a:pPr>
            <a:r>
              <a:t>•  Reinforcement learning involves training an agent to take actions in an environment to maximize a reward signal</a:t>
            </a:r>
          </a:p>
          <a:p>
            <a:pPr>
              <a:spcAft>
                <a:spcPts val="800"/>
              </a:spcAft>
              <a:defRPr sz="1500">
                <a:solidFill>
                  <a:srgbClr val="28282A"/>
                </a:solidFill>
                <a:latin typeface="Arial"/>
              </a:defRPr>
            </a:pPr>
            <a:r>
              <a:t>•  The agent learns through trial and error, using feedback from the environment to improve its decision-making</a:t>
            </a:r>
          </a:p>
          <a:p>
            <a:pPr>
              <a:spcAft>
                <a:spcPts val="800"/>
              </a:spcAft>
              <a:defRPr sz="1500">
                <a:solidFill>
                  <a:srgbClr val="28282A"/>
                </a:solidFill>
                <a:latin typeface="Arial"/>
              </a:defRPr>
            </a:pPr>
            <a:r>
              <a:t>•  Reinforcement learning has applications in robotics, game playing, and autonomous vehicles</a:t>
            </a:r>
          </a:p>
        </p:txBody>
      </p:sp>
      <p:pic>
        <p:nvPicPr>
          <p:cNvPr id="6" name="Picture 5" descr="ai_gen_1782728242_3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4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Generate Deck On Machine Learning Types.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Semi-Supervised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Semi-supervised learning combines elements of supervised and unsupervised learning, using a small amount of labeled data and a large amount of unlabeled data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The goal is to leverage the unlabeled data to improve the performance of the supervised model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Semi-supervised learning has applications in image classification, natural language processing, and speech recognition</a:t>
            </a:r>
          </a:p>
        </p:txBody>
      </p:sp>
      <p:pic>
        <p:nvPicPr>
          <p:cNvPr id="6" name="Picture 5" descr="ai_gen_1782728286_4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5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Generate Deck On Machine Learning Types.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Deep learning involves the use of neural networks with multiple layers to learn complex patterns in data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Deep learning has achieved state-of-the-art performance in various applications, including image classification, natural language processing, and speech recognition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Techniques such as convolutional neural networks (CNNs) and recurrent neural networks (RNNs) are commonly used in deep learning</a:t>
            </a:r>
          </a:p>
        </p:txBody>
      </p:sp>
      <p:pic>
        <p:nvPicPr>
          <p:cNvPr id="6" name="Picture 5" descr="ai_gen_1782728330_34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6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Generate Deck On Machine Learning Types.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Machine Learning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The machine learning workflow involves several steps, including data collection, data preprocessing, model selection, training, and deployment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Each step is crucial to the success of the machine learning project, and requires careful consideration and attention to detail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The machine learning workflow can be iterative, with multiple cycles of refinement and improvement</a:t>
            </a:r>
          </a:p>
        </p:txBody>
      </p:sp>
      <p:pic>
        <p:nvPicPr>
          <p:cNvPr id="6" name="Picture 5" descr="ai_gen_1782728372_2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7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Generate Deck On Machine Learning Types.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Machine Learning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Machine learning faces several challenges, including data quality issues, model interpretability, and explainability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The lack of transparency and accountability in machine learning models can lead to bias and unfairness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Addressing these challenges requires careful consideration of the data, models, and deployment strategies used in machine learning projects</a:t>
            </a:r>
          </a:p>
        </p:txBody>
      </p:sp>
      <p:pic>
        <p:nvPicPr>
          <p:cNvPr id="6" name="Picture 5" descr="ai_gen_1782728422_48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8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Generate Deck On Machine Learning Types.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Real-World Applications of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Machine learning has numerous real-world applications, including image recognition, natural language processing, and predictive maintenance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Companies such as Google, Amazon, and Facebook are leveraging machine learning to drive innovation and improvement</a:t>
            </a:r>
          </a:p>
          <a:p>
            <a:pPr>
              <a:spcAft>
                <a:spcPts val="600"/>
              </a:spcAft>
              <a:defRPr sz="1300">
                <a:solidFill>
                  <a:srgbClr val="28282A"/>
                </a:solidFill>
                <a:latin typeface="Arial"/>
              </a:defRPr>
            </a:pPr>
            <a:r>
              <a:t>•  Machine learning has the potential to transform industries and revolutionize the way we live and work</a:t>
            </a:r>
          </a:p>
        </p:txBody>
      </p:sp>
      <p:pic>
        <p:nvPicPr>
          <p:cNvPr id="6" name="Picture 5" descr="ai_gen_1782728434_1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9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Generate Deck On Machine Learning Types.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900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F5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282A"/>
                </a:solidFill>
                <a:latin typeface="Arial"/>
              </a:defRPr>
            </a:pPr>
            <a:r>
              <a:t>•  Machine learning is a powerful tool with numerous applications and potential benefits</a:t>
            </a:r>
          </a:p>
          <a:p>
            <a:pPr>
              <a:spcAft>
                <a:spcPts val="800"/>
              </a:spcAft>
              <a:defRPr sz="1500">
                <a:solidFill>
                  <a:srgbClr val="28282A"/>
                </a:solidFill>
                <a:latin typeface="Arial"/>
              </a:defRPr>
            </a:pPr>
            <a:r>
              <a:t>•  Understanding the different types of machine learning and their applications is crucial for harnessing its power</a:t>
            </a:r>
          </a:p>
          <a:p>
            <a:pPr>
              <a:spcAft>
                <a:spcPts val="800"/>
              </a:spcAft>
              <a:defRPr sz="1500">
                <a:solidFill>
                  <a:srgbClr val="28282A"/>
                </a:solidFill>
                <a:latin typeface="Arial"/>
              </a:defRPr>
            </a:pPr>
            <a:r>
              <a:t>•  As machine learning continues to evolve, it is essential to stay up-to-date with the latest developments and advancements</a:t>
            </a:r>
          </a:p>
        </p:txBody>
      </p:sp>
      <p:pic>
        <p:nvPicPr>
          <p:cNvPr id="6" name="Picture 5" descr="ai_gen_1782728481_60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126480"/>
            <a:ext cx="10728655" cy="13716"/>
          </a:xfrm>
          <a:prstGeom prst="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6217920"/>
            <a:ext cx="41449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73"/>
                </a:solidFill>
                <a:latin typeface="Arial"/>
              </a:defRPr>
            </a:pPr>
            <a:r>
              <a:t>Grid Dynamics  |  Slide 10 of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E8E93"/>
                </a:solidFill>
                <a:latin typeface="Arial"/>
              </a:defRPr>
            </a:pPr>
            <a:r>
              <a:t>Topic: Generate Deck On Machine Learning Types.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